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Selenium Java Framework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Overview of Selenium WebDriver and Automation Frameworks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137A11-28F3-B9E2-0D6D-560036C1F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428" y="587828"/>
            <a:ext cx="2122715" cy="12568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Selenium WebDriver?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Open-source automation tool for web browsers</a:t>
            </a:r>
          </a:p>
          <a:p>
            <a:r>
              <a:rPr dirty="0"/>
              <a:t>Simulates real user interactions</a:t>
            </a:r>
          </a:p>
          <a:p>
            <a:r>
              <a:rPr dirty="0"/>
              <a:t>Supports Chrome, Firefox, Edge, Safari</a:t>
            </a:r>
          </a:p>
          <a:p>
            <a:r>
              <a:rPr dirty="0"/>
              <a:t>Works with Java, Python, C#, JavaScript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Automation Framework?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structured set of guidelines, coding standards, reusable components, tools, and best practices used to build and execute automated tests efficiently and consistently.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an Automation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Maintainability</a:t>
            </a:r>
          </a:p>
          <a:p>
            <a:r>
              <a:rPr dirty="0"/>
              <a:t>Reusability</a:t>
            </a:r>
          </a:p>
          <a:p>
            <a:r>
              <a:rPr dirty="0"/>
              <a:t>Scalability</a:t>
            </a:r>
          </a:p>
          <a:p>
            <a:r>
              <a:rPr dirty="0"/>
              <a:t>Readability</a:t>
            </a:r>
          </a:p>
          <a:p>
            <a:r>
              <a:rPr dirty="0"/>
              <a:t>Reduced code duplication</a:t>
            </a:r>
          </a:p>
          <a:p>
            <a:r>
              <a:rPr dirty="0"/>
              <a:t>Better reporting and logging</a:t>
            </a:r>
          </a:p>
          <a:p>
            <a:r>
              <a:rPr dirty="0"/>
              <a:t>Faster test execution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Automation Frameworks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Page Object Model (POM)</a:t>
            </a:r>
          </a:p>
          <a:p>
            <a:r>
              <a:rPr dirty="0"/>
              <a:t>Data-Driven Framework</a:t>
            </a:r>
          </a:p>
          <a:p>
            <a:r>
              <a:rPr dirty="0"/>
              <a:t>Keyword-Driven Framework</a:t>
            </a:r>
          </a:p>
          <a:p>
            <a:r>
              <a:rPr dirty="0"/>
              <a:t>Hybrid Framework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Object Model (POM)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web page is represented by a separate class containing web elements and methods.</a:t>
            </a:r>
          </a:p>
          <a:p>
            <a:endParaRPr/>
          </a:p>
          <a:p>
            <a:r>
              <a:t>Benefit: Improves maintainability and reduces duplication.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Data-Driven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data is stored separately from test scripts.</a:t>
            </a:r>
          </a:p>
          <a:p>
            <a:endParaRPr/>
          </a:p>
          <a:p>
            <a:r>
              <a:t>Benefit: Run the same test with multiple datasets.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Keyword-Driven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Tests are driven by keywords such as Click, EnterText, and SelectDropdown.</a:t>
            </a:r>
          </a:p>
          <a:p>
            <a:endParaRPr/>
          </a:p>
          <a:p>
            <a:r>
              <a:t>Benefit: Easier for non-technical users to contribute.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Hybrid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Combines multiple framework approaches, commonly POM + Data-Driven + TestNG.</a:t>
            </a:r>
          </a:p>
          <a:p>
            <a:endParaRPr/>
          </a:p>
          <a:p>
            <a:r>
              <a:t>Benefit: Leverages strengths of different frameworks.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Typical Framework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pages</a:t>
            </a:r>
          </a:p>
          <a:p>
            <a:r>
              <a:t>tests</a:t>
            </a:r>
          </a:p>
          <a:p>
            <a:r>
              <a:t>utilities</a:t>
            </a:r>
          </a:p>
          <a:p>
            <a:r>
              <a:t>base</a:t>
            </a:r>
          </a:p>
          <a:p>
            <a:r>
              <a:t>listeners</a:t>
            </a:r>
          </a:p>
          <a:p>
            <a:r>
              <a:t>testdata</a:t>
            </a:r>
          </a:p>
          <a:p>
            <a:r>
              <a:t>config</a:t>
            </a:r>
          </a:p>
          <a:p>
            <a:r>
              <a:t>reports</a:t>
            </a:r>
          </a:p>
          <a:p>
            <a:r>
              <a:t>screenshots</a:t>
            </a:r>
          </a:p>
          <a:p>
            <a:r>
              <a:t>logs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Folder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pages – Page Objects</a:t>
            </a:r>
          </a:p>
          <a:p>
            <a:r>
              <a:rPr dirty="0"/>
              <a:t>tests – Test Cases</a:t>
            </a:r>
          </a:p>
          <a:p>
            <a:r>
              <a:rPr dirty="0"/>
              <a:t>utilities – Helper methods</a:t>
            </a:r>
          </a:p>
          <a:p>
            <a:r>
              <a:rPr dirty="0"/>
              <a:t>base – Driver setup</a:t>
            </a:r>
          </a:p>
          <a:p>
            <a:r>
              <a:t>listeners </a:t>
            </a:r>
            <a:r>
              <a:rPr dirty="0"/>
              <a:t>– TestNG listeners</a:t>
            </a:r>
          </a:p>
          <a:p>
            <a:r>
              <a:rPr dirty="0"/>
              <a:t>reports/screenshots/logs – Execution artifacts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1806</TotalTime>
  <Words>251</Words>
  <Application>Microsoft Office PowerPoint</Application>
  <PresentationFormat>On-screen Show (4:3)</PresentationFormat>
  <Paragraphs>56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Selenium Java Framework</vt:lpstr>
      <vt:lpstr>What is Selenium WebDriver?</vt:lpstr>
      <vt:lpstr>What is an Automation Framework?</vt:lpstr>
      <vt:lpstr>Benefits of an Automation Framework</vt:lpstr>
      <vt:lpstr>Types of Automation Frameworks</vt:lpstr>
      <vt:lpstr>Page Object Model (POM)</vt:lpstr>
      <vt:lpstr>Data-Driven Framework</vt:lpstr>
      <vt:lpstr>Keyword-Driven Framework</vt:lpstr>
      <vt:lpstr>Hybrid Framework</vt:lpstr>
      <vt:lpstr>Typical Framework Structure</vt:lpstr>
      <vt:lpstr>Folder Responsibilities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Sibusiso Nkwanyana</cp:lastModifiedBy>
  <cp:revision>3</cp:revision>
  <dcterms:created xsi:type="dcterms:W3CDTF">2013-01-27T09:14:16Z</dcterms:created>
  <dcterms:modified xsi:type="dcterms:W3CDTF">2026-06-07T20:12:15Z</dcterms:modified>
  <cp:category/>
</cp:coreProperties>
</file>